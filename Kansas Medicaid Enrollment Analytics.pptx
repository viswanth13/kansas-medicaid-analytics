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75AF-BEA4-BF63-683C-CB148BC49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7CC1B3-D392-7B27-4463-B8BD34B83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F851A-89A9-34A1-4835-7FFAEA8A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27A0-7786-4D5E-A1A9-A115EC1252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0E9E-DE45-4D80-BEA4-984C1DAC0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BD0EB-795D-706D-FCB9-86BC528FD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2936-B842-405C-84C1-3AD3E0BC7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140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5FDE8-C6CC-8B71-6FE1-50FA8E25E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39F46-3299-67D4-40B7-1527A2760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954B5-6F64-7320-C509-B333FA6A3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27A0-7786-4D5E-A1A9-A115EC1252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21C64-4C58-3D56-C696-C8450C66C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C81B3-78F9-F5DF-5F44-F29C2F889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2936-B842-405C-84C1-3AD3E0BC7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43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83C2F-4344-DB6C-E10A-0C64377C5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92DDF-8F22-4B69-C278-B2A815903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51176-A391-2E7A-597A-F1000D790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27A0-7786-4D5E-A1A9-A115EC1252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EB0CD-3285-7D73-01BB-970D99D61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4E2E6-057D-4B99-4F3A-531870BA6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2936-B842-405C-84C1-3AD3E0BC7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791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A6E2C-7C9A-8614-9735-4BE600A3D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0CCB0-9F4E-61B3-3C07-5639DFC50C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43874-8700-1D12-21C8-E4D800030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3C812-1E84-F323-46D2-EB5D1F924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27A0-7786-4D5E-A1A9-A115EC1252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ACF7B-ACBB-70E1-BC2D-1FC11A0A2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0392C-5D80-2ABD-D7A5-CAFC6A17C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2936-B842-405C-84C1-3AD3E0BC7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175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5B7F0-2E9E-01B3-438C-3B2F6B8CF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19701-CCBB-A2E7-A93B-E6F73FCB1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AE957A-FF7C-DC8A-2011-92CD0A8D2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58193C-4CFB-4586-332B-029C79906C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3E7323-5728-F885-20F4-5B0D2815FB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C2029F-C96C-549E-17B1-CFFD21CF6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27A0-7786-4D5E-A1A9-A115EC1252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1653DD-C2F5-1554-575E-028135A06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E0CB3-2389-B0C5-93B0-03F7FB50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2936-B842-405C-84C1-3AD3E0BC7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971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9DF79-063F-2F45-5DDD-A99A1A9B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E17F3D-FA6C-586D-BA5D-F84E783CB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27A0-7786-4D5E-A1A9-A115EC1252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3945D6-3537-0802-1574-9CAF666C2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40EF4-9B2E-BDC9-6B6D-993E6B9C7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2936-B842-405C-84C1-3AD3E0BC7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257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62E8A4-A472-96F7-BFB5-0009D8D10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27A0-7786-4D5E-A1A9-A115EC1252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E3421F-5169-016D-FB3F-BD853D511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63347-2518-D0CC-6BEA-4769DC944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2936-B842-405C-84C1-3AD3E0BC7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943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42F9C-CC57-B18E-107B-E2DBE6642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5286E-248E-2E80-3CD7-85A68350F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62ADE4-3CD7-8F0C-2DAF-B0480616B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5DECD-FE6E-2531-4671-67C1F5EB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27A0-7786-4D5E-A1A9-A115EC1252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873D6-0A03-B09B-7A1C-0019B8889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77794-E52B-D6A9-A96B-FCFFBA5D3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2936-B842-405C-84C1-3AD3E0BC7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393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5A989-503C-59AD-805E-0AADB00E1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67090E-0B7D-A248-8E02-8D922FC9C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88A1F-62C0-8547-69C7-C20314F1D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56C05-EBFB-DAA2-547C-6F727F215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27A0-7786-4D5E-A1A9-A115EC1252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7599A-9CC3-A12E-73EF-03486655E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0AFD0-7550-7C04-C3E3-3747A47B3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2936-B842-405C-84C1-3AD3E0BC7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03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23ACF-8A83-59BA-01F3-5E38D6E29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670DF7-766A-D420-1629-E41598F714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42DDB-9F09-034A-2CA9-0F27B24AF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27A0-7786-4D5E-A1A9-A115EC1252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F0F72-E850-D73C-B8CC-B25909871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07DE9-0D40-9F2C-6B71-BBF41F27C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2936-B842-405C-84C1-3AD3E0BC7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590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06E313-0929-2679-FC0F-36334AF1F4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60E91-D1A9-241E-E5F8-2AFF45887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63E02-F993-58BC-D417-3AE76BEDC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27A0-7786-4D5E-A1A9-A115EC1252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10783-1BE2-1B32-E131-17530246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D7E4F-88ED-4454-80A9-18C337CA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2936-B842-405C-84C1-3AD3E0BC7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899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35319B-9B5C-9F2E-9455-BDBD8B0CB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95357-2CBC-0D96-5037-B7EFB994D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804D0-66AD-7629-5522-77F528CA60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C27A0-7786-4D5E-A1A9-A115EC1252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1E507-4FE5-AF42-4D12-251B2B7BD1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6E01C-764D-F8D5-B577-25A283B29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AF2936-B842-405C-84C1-3AD3E0BC7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420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E6CB-C5D1-0543-361C-16E9EF475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2965" y="1884363"/>
            <a:ext cx="8776447" cy="1773237"/>
          </a:xfrm>
        </p:spPr>
        <p:txBody>
          <a:bodyPr/>
          <a:lstStyle/>
          <a:p>
            <a:r>
              <a:rPr lang="en-IN" dirty="0"/>
              <a:t>Kansas Medicaid </a:t>
            </a:r>
            <a:r>
              <a:rPr lang="en-IN" dirty="0" err="1"/>
              <a:t>Enrollment</a:t>
            </a:r>
            <a:r>
              <a:rPr lang="en-IN" dirty="0"/>
              <a:t>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181EB9-4CA8-9D64-F946-8DE66102A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282" y="3818964"/>
            <a:ext cx="9144000" cy="1655762"/>
          </a:xfrm>
        </p:spPr>
        <p:txBody>
          <a:bodyPr/>
          <a:lstStyle/>
          <a:p>
            <a:r>
              <a:rPr lang="en-US" dirty="0"/>
              <a:t>CMS Medicaid/CHIP Data + BLS Unemployment API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852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2616F-EC30-14A9-7CEE-9B072BA92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Questions I had in my mind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6F897B-3F5D-9203-65F4-DD6F27F48E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13941"/>
            <a:ext cx="736515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How did Kansas Medicaid/CHIP enrollment change from 2017–2026?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Did unemployment explain the enrollment trend?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What periods should leadership pay attention to? </a:t>
            </a:r>
          </a:p>
        </p:txBody>
      </p:sp>
    </p:spTree>
    <p:extLst>
      <p:ext uri="{BB962C8B-B14F-4D97-AF65-F5344CB8AC3E}">
        <p14:creationId xmlns:p14="http://schemas.microsoft.com/office/powerpoint/2010/main" val="2527713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269FF-9B31-A04E-8CAC-26AA51B52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Sources &amp;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A7675-C599-09CE-5719-F037982D6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dirty="0"/>
              <a:t>Sources</a:t>
            </a:r>
          </a:p>
          <a:p>
            <a:pPr lvl="1"/>
            <a:r>
              <a:rPr lang="en-IN" dirty="0"/>
              <a:t>CMS Medicaid/CHIP enrolment CSV</a:t>
            </a:r>
          </a:p>
          <a:p>
            <a:pPr lvl="1"/>
            <a:r>
              <a:rPr lang="en-IN" dirty="0"/>
              <a:t>BLS Public Data API for Kansas unemployment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r>
              <a:rPr lang="en-IN" dirty="0"/>
              <a:t>Basic workflow</a:t>
            </a:r>
          </a:p>
          <a:p>
            <a:pPr marL="457200" lvl="1" indent="0">
              <a:buNone/>
            </a:pPr>
            <a:r>
              <a:rPr lang="en-US" dirty="0"/>
              <a:t>Raw data → cleaning → validation → join by month → analysis → charts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4708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6CA5-2583-140E-DBAF-601E0273B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Challenges &amp; Decisions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0FFC6A-D0AE-60E1-23F3-E00D900F96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93326"/>
            <a:ext cx="992137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CMS had both preliminary and updated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 selected final/updated records where available.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2013 was an isolated historical record, so I used continuous monthly data from 2017 onward.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BLS API had one missing unemployment value for Oct 2025, so I interpolated it and flagged it </a:t>
            </a:r>
          </a:p>
        </p:txBody>
      </p:sp>
    </p:spTree>
    <p:extLst>
      <p:ext uri="{BB962C8B-B14F-4D97-AF65-F5344CB8AC3E}">
        <p14:creationId xmlns:p14="http://schemas.microsoft.com/office/powerpoint/2010/main" val="865198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93EBC-9F92-6620-7896-9F699306F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Enrollment</a:t>
            </a:r>
            <a:r>
              <a:rPr lang="en-IN" dirty="0"/>
              <a:t> Trend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C338DB-1E28-F567-BEE0-AC79EA07A2AA}"/>
              </a:ext>
            </a:extLst>
          </p:cNvPr>
          <p:cNvSpPr txBox="1"/>
          <p:nvPr/>
        </p:nvSpPr>
        <p:spPr>
          <a:xfrm>
            <a:off x="838200" y="113450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Lowest enrollment: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370,030 in June 2019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Peak enrollment: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512,005 in April 2023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Increase from low to peak: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+38.37%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Decline from peak to June 2026: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-23.06%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742498-04A0-4968-51F5-AB06F81FA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83" y="2460335"/>
            <a:ext cx="7557507" cy="375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31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2CDF1-A1D6-8648-0CBA-6C7781BFC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875E4-B600-3B7A-9B12-BBCC36EA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5816"/>
          </a:xfrm>
        </p:spPr>
        <p:txBody>
          <a:bodyPr>
            <a:normAutofit fontScale="90000"/>
          </a:bodyPr>
          <a:lstStyle/>
          <a:p>
            <a:r>
              <a:rPr lang="en-IN" dirty="0"/>
              <a:t>Unemployment Comparison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45E8D23-C075-4AA7-B164-AEB5363D1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07804"/>
            <a:ext cx="699742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Unemployment spiked around 2020 but declined quickly.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Medicaid enrollment kept rising until 2023.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Correlation was weak: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-0.28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 unemployment alone does not explain the enrollment pattern.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1BD72C-11D9-C069-455F-0DA28896F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93563"/>
            <a:ext cx="8235445" cy="339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49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56635-C7D4-E7EF-7284-54DB7ACD4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640"/>
          </a:xfrm>
        </p:spPr>
        <p:txBody>
          <a:bodyPr/>
          <a:lstStyle/>
          <a:p>
            <a:r>
              <a:rPr lang="en-IN" dirty="0"/>
              <a:t>Final Takeaways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B6BD28C-587D-91DC-3DA5-3E654B852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17" y="1171044"/>
            <a:ext cx="1144736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Enrollment growth aligned more closely with the continuous-enrollment period than with unemployment alone.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After regular renewals resumed, enrollment declined sharply.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kind of analysis can help leadership monitor enrollment shifts, policy impacts, and periods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US" altLang="en-US" dirty="0">
                <a:latin typeface="Arial" panose="020B0604020202020204" pitchFamily="34" charset="0"/>
              </a:rPr>
              <a:t>needing deeper review.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2FB6A4-0A13-AFFF-3FF7-6F08F1D31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45224"/>
            <a:ext cx="7825547" cy="32269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1233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267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Kansas Medicaid Enrollment Analytics</vt:lpstr>
      <vt:lpstr>Questions I had in my mind</vt:lpstr>
      <vt:lpstr>Data Sources &amp; Workflow</vt:lpstr>
      <vt:lpstr>Data Challenges &amp; Decisions</vt:lpstr>
      <vt:lpstr>Enrollment Trend</vt:lpstr>
      <vt:lpstr>Unemployment Comparison</vt:lpstr>
      <vt:lpstr>Final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Stay HAPPY</dc:creator>
  <cp:lastModifiedBy>Stay HAPPY</cp:lastModifiedBy>
  <cp:revision>2</cp:revision>
  <dcterms:created xsi:type="dcterms:W3CDTF">2026-10-04T16:11:18Z</dcterms:created>
  <dcterms:modified xsi:type="dcterms:W3CDTF">2026-10-04T16:47:35Z</dcterms:modified>
</cp:coreProperties>
</file>